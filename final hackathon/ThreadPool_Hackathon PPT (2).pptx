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566160"/>
            <a:ext cx="2743200" cy="2743200"/>
          </a:xfrm>
          <a:prstGeom prst="ellipse">
            <a:avLst/>
          </a:prstGeom>
          <a:solidFill>
            <a:srgbClr val="FF5A5F">
              <a:alpha val="85000"/>
            </a:srgbClr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2011680" cy="2011680"/>
          </a:xfrm>
          <a:prstGeom prst="ellipse">
            <a:avLst/>
          </a:prstGeom>
          <a:solidFill>
            <a:srgbClr val="3DDBB0">
              <a:alpha val="90000"/>
            </a:srgbClr>
          </a:solidFill>
          <a:ln w="12700">
            <a:solidFill>
              <a:srgbClr val="3DD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67128" y="384048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32004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B134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0312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·  TEAM 16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thread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 task?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Based Task Processing System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Spawning a thread for every task wastes time and memory. We build a pool of reusable workers that share the load safely.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  ·  Yashwanth Reddy  ·  Venkat Sai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16168" y="521208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45720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F5A5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457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overhead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+ destroy, every task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16168" y="1709928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64592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storm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threads fight for CPU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16168" y="2898648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83464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7C5C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blowup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growth can crash 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22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2194560" cy="2194560"/>
          </a:xfrm>
          <a:prstGeom prst="ellipse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0" y="182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it’s wired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527048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5A5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Submitters add tasks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874520"/>
            <a:ext cx="548640" cy="4572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72968" y="1527048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4630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BOUNDED FIFO QUEUE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5C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5C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5C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5C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2011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 + mutex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548640" cy="4572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1B13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39128" y="1527048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4630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reusable threads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" y="3264408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2004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200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= no race conditions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10128" y="3264408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2004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3200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cond_wait = no busy-waiting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07608" y="3264408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2004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0" y="3200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queue = submitter waits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" y="4270248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7C5C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/ SIGTERM  →  flag  →  wake all  →  finish pending  →  join  →  free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36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229600" y="228600"/>
            <a:ext cx="502920" cy="502920"/>
          </a:xfrm>
          <a:prstGeom prst="ellipse">
            <a:avLst/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2377440" cy="23774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023360"/>
            <a:ext cx="1828800" cy="1828800"/>
          </a:xfrm>
          <a:prstGeom prst="ellipse">
            <a:avLst/>
          </a:prstGeom>
          <a:solidFill>
            <a:srgbClr val="FFD23F">
              <a:alpha val="70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03120" y="182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2648" y="1389888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 workers once. Each sleeps on a condition variable.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70048" y="1389888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32588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FF5A5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Lock, enqueue, signal. Queue full? The submitter waits.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27448" y="1389888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Dequeue, unlock, run the task, go back to sleep.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84848" y="1389888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325880"/>
            <a:ext cx="1828800" cy="2468880"/>
          </a:xfrm>
          <a:prstGeom prst="roundRect">
            <a:avLst>
              <a:gd name="adj" fmla="val 6000"/>
            </a:avLst>
          </a:prstGeom>
          <a:solidFill>
            <a:srgbClr val="EDE7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set, all woken, pending tasks finish, threads join.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" y="4133088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690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1B134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core + shutdown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10128" y="4133088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40690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1B134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queue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07608" y="4133088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406908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1B134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8076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API, demo, tests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36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229600" y="228600"/>
            <a:ext cx="502920" cy="502920"/>
          </a:xfrm>
          <a:prstGeom prst="ellipse">
            <a:avLst/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D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194560" cy="2194560"/>
          </a:xfrm>
          <a:prstGeom prst="ellipse">
            <a:avLst/>
          </a:prstGeom>
          <a:solidFill>
            <a:srgbClr val="FFD23F">
              <a:alpha val="80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0" y="182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38988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development and runtime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128" y="138988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core implementation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07608" y="138988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DE7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46304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0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mutexes, condition variables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303580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DE7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Make / GDB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-pthread, debug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303580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10896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/ TSan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Leaks, races and deadlocks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07608" y="3035808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108960"/>
            <a:ext cx="548640" cy="548640"/>
          </a:xfrm>
          <a:prstGeom prst="ellipse">
            <a:avLst/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807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GH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teamwork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36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229600" y="228600"/>
            <a:ext cx="502920" cy="502920"/>
          </a:xfrm>
          <a:prstGeom prst="ellipse">
            <a:avLst/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840480"/>
            <a:ext cx="2194560" cy="2194560"/>
          </a:xfrm>
          <a:prstGeom prst="ellipse">
            <a:avLst/>
          </a:prstGeom>
          <a:solidFill>
            <a:srgbClr val="7C5CFF">
              <a:alpha val="40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0" y="182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Trust, but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3441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hunting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ThreadSanitizer on every build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27448" y="13441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63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across exit paths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" y="22585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945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stress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submitters, tiny queue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27448" y="22585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945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workload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+ I/O-bound tasks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1729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089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291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drills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mid-run, clean exit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27448" y="317296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1089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291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DBB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sweep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pool size and task count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" y="4178808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logs which worker ran it, so we can see the schedule.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39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8229600" y="228600"/>
            <a:ext cx="502920" cy="502920"/>
          </a:xfrm>
          <a:prstGeom prst="ellipse">
            <a:avLst/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296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5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91840"/>
            <a:ext cx="2743200" cy="2743200"/>
          </a:xfrm>
          <a:prstGeom prst="ellipse">
            <a:avLst/>
          </a:prstGeom>
          <a:solidFill>
            <a:srgbClr val="FFD23F">
              <a:alpha val="75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1828800" cy="1828800"/>
          </a:xfrm>
          <a:prstGeom prst="ellipse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03120" y="182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2648" y="1344168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library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Thread-safe, drop-in for any C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7448" y="1344168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systems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thread count, bounded memory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2578608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146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14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file jobs, task runners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27448" y="2578608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5146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514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OS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mutexes, scheduling in practice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Reuse threads. Save the system.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·  Kartheek Reddy  ·  Yashwanth Reddy  ·  Venkat Sai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21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229600" y="228600"/>
            <a:ext cx="502920" cy="502920"/>
          </a:xfrm>
          <a:prstGeom prst="ellipse">
            <a:avLst/>
          </a:prstGeom>
          <a:solidFill>
            <a:srgbClr val="FFD23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365760"/>
            <a:ext cx="2926080" cy="2926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2651760"/>
            <a:ext cx="2011680" cy="2011680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017520"/>
            <a:ext cx="1463040" cy="1463040"/>
          </a:xfrm>
          <a:prstGeom prst="ellipse">
            <a:avLst/>
          </a:prstGeom>
          <a:solidFill>
            <a:srgbClr val="3DDBB0"/>
          </a:solidFill>
          <a:ln w="12700">
            <a:solidFill>
              <a:srgbClr val="3DDB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011680"/>
            <a:ext cx="822960" cy="8229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6400" dirty="0"/>
          </a:p>
          <a:p>
            <a:pPr indent="0" marL="0">
              <a:buNone/>
            </a:pPr>
            <a:r>
              <a:rPr lang="en-US" sz="64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you!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12648" y="3310128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F5A5F"/>
          </a:solidFill>
          <a:ln w="25400">
            <a:solidFill>
              <a:srgbClr val="1B13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3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 Let’s talk threads.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Based Task Processing System  ·  Team 16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  ·  Yashwanth Reddy  ·  Venkat Sai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" y="246888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1B1340"/>
          </a:solidFill>
          <a:ln w="12700">
            <a:solidFill>
              <a:srgbClr val="1B13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2880"/>
            <a:ext cx="151881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B1340"/>
            </a:solidFill>
            <a:prstDash val="solid"/>
          </a:ln>
        </p:spPr>
      </p:sp>
      <p:pic>
        <p:nvPicPr>
          <p:cNvPr id="14" name="KLH logo" descr="/mnt/user-data/uploads/179216192390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335932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Pool Based Task Processing System</dc:title>
  <dc:subject>PptxGenJS Presentation</dc:subject>
  <dc:creator>Team 16</dc:creator>
  <cp:lastModifiedBy>Team 16</cp:lastModifiedBy>
  <cp:revision>1</cp:revision>
  <dcterms:created xsi:type="dcterms:W3CDTF">2026-10-17T05:24:44Z</dcterms:created>
  <dcterms:modified xsi:type="dcterms:W3CDTF">2026-10-17T05:24:44Z</dcterms:modified>
</cp:coreProperties>
</file>